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customschemas.google.com/relationships/presentationmetadata" Target="metadata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>
              <a:buNone/>
              <a:spcAft>
                <a:spcPts val="1200"/>
              </a:spcAft>
            </a:pPr>
            <a:r>
              <a:rPr lang="en-US" sz="1600">
                <a:solidFill>
                  <a:srgbClr val="24243B"/>
                </a:solidFill>
                <a:latin typeface="Aptos"/>
              </a:rPr>
              <a:t>Theme 01 — Agentic Code Intelligence</a:t>
            </a:r>
          </a:p>
          <a:p>
            <a:pPr>
              <a:buNone/>
              <a:spcAft>
                <a:spcPts val="1200"/>
              </a:spcAft>
            </a:pPr>
            <a:r>
              <a:rPr lang="en-US" sz="1600">
                <a:solidFill>
                  <a:srgbClr val="24243B"/>
                </a:solidFill>
                <a:latin typeface="Aptos"/>
              </a:rPr>
              <a:t>Project — CodeStrata: code has a memory</a:t>
            </a:r>
          </a:p>
          <a:p>
            <a:pPr>
              <a:buNone/>
              <a:spcAft>
                <a:spcPts val="1200"/>
              </a:spcAft>
            </a:pPr>
            <a:r>
              <a:rPr lang="en-US" sz="1600">
                <a:solidFill>
                  <a:srgbClr val="24243B"/>
                </a:solidFill>
                <a:latin typeface="Aptos"/>
              </a:rPr>
              <a:t>Team name — [TEAM TO COMPLETE]</a:t>
            </a:r>
          </a:p>
          <a:p>
            <a:pPr>
              <a:buNone/>
              <a:spcAft>
                <a:spcPts val="1200"/>
              </a:spcAft>
            </a:pPr>
            <a:r>
              <a:rPr lang="en-US" sz="1600">
                <a:solidFill>
                  <a:srgbClr val="24243B"/>
                </a:solidFill>
                <a:latin typeface="Aptos"/>
              </a:rPr>
              <a:t>College — [TEAM TO COMPLETE]</a:t>
            </a:r>
          </a:p>
          <a:p>
            <a:pPr>
              <a:buNone/>
              <a:spcAft>
                <a:spcPts val="1200"/>
              </a:spcAft>
            </a:pPr>
            <a:r>
              <a:rPr lang="en-US" sz="1600">
                <a:solidFill>
                  <a:srgbClr val="24243B"/>
                </a:solidFill>
                <a:latin typeface="Aptos"/>
              </a:rPr>
              <a:t>Contributor — Advay [full name and email to complete]</a:t>
            </a:r>
          </a:p>
          <a:p>
            <a:pPr>
              <a:buNone/>
              <a:spcAft>
                <a:spcPts val="1200"/>
              </a:spcAft>
            </a:pPr>
            <a:r>
              <a:rPr lang="en-US" sz="1600">
                <a:solidFill>
                  <a:srgbClr val="24243B"/>
                </a:solidFill>
                <a:latin typeface="Aptos"/>
              </a:rPr>
              <a:t>Other members — [confirm or remove]</a:t>
            </a:r>
          </a:p>
          <a:p>
            <a:pPr>
              <a:buNone/>
              <a:spcAft>
                <a:spcPts val="1200"/>
              </a:spcAft>
            </a:pPr>
            <a:r>
              <a:rPr lang="en-US" sz="1600">
                <a:solidFill>
                  <a:srgbClr val="24243B"/>
                </a:solidFill>
                <a:latin typeface="Aptos"/>
              </a:rPr>
              <a:t>GitHub — github.com/AdvayV/AgenticIntelligence</a:t>
            </a: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ns2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/>
          </a:p>
        </p:txBody>
      </p:sp>
      <p:sp>
        <p:nvSpPr>
          <p:cNvPr id="102" name="Google Shape;102;p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Find the exact version where behavior changed.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Even when the function was renamed and moved.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CPU-only JavaScript retrieval with source, lines, versions, and evidence.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P0: retrieval quality. P1: versions. Bonus: evolutionary investigation.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Output is reviewable code evidence; no generated fixes.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sp>
        <p:nvSpPr>
          <p:cNvPr id="108" name="Google Shape;108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Similar snippets can behave differently after a one-token change.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Names and file paths stop being reliable after refactors.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A ranked match alone does not explain a wrong-version result.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Our focus: contrast the match with a version that contradicts it.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Existing code search and agentic investigation already exist.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Differentiation is the integration; no universal novelty claim.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sp>
        <p:nvSpPr>
          <p:cNvPr id="114" name="Google Shape;114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Git snapshots → Babel AST, source comments, exact locations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→ Cached BM25 postings + quantized CPU embedding vectors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Query → local constraint planner → fused candidate ranking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→ inspect evidence → follow version/import links → bounded stop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→ code + timeline + contradicting version + streamed trace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Conservative lineage: unique symbols, then mutual structural matches.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sp>
        <p:nvSpPr>
          <p:cNvPr id="120" name="Google Shape;120;p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Ask: Where did device pairing stop waiting for policyCheck?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v1: connectDevice in devices/connect.js directly awaits the call.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v2: pairDevice in flows/pair.js removes that await.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v3: the direct await returns. Inspect all three on the timeline.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Open policyCheck through its resolved local import.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Video link — [TEAM TO RECORD, maximum 5 minutes]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Google Shape;126;p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Node.js + JavaScript; Babel parser; plain HTML/CSS/modules.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BM25 + normalized cosine vectors + reciprocal rank fusion.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Optional Transformers.js q8 BGE / MiniLM on CPU, two threads.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Deterministic planner; no LLM API, GPU, or repository execution.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Python/MTEB for official evaluation; persistent Node encoder.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Node tests, jsdom, Playwright, Docker, GitHub Actions.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Google Shape;132;p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Review a refactor that silently removed a direct await.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Locate changed guard presence or simple invocation order.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Find an exact deeplink and inspect its version-specific source.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Navigate related helpers without inventing execution guarantees.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Useful for regression triage and version migration reviews.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Static evidence supports inspection; it does not prove a runtime bug.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Google Shape;138;p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Controlled development: 8/8 correct top results, 1,025 snippets.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60 frozen source-reviewed queries: Async + Express.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BGE hybrid NDCG@10: Async 0.6717; Express 0.8577.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Official AppsRetrieval: NDCG@10 0.0505; MRR@10 0.043363.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Official screening accuracy is weak; not a competitive claim.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AI-assisted labels, small corpora, heuristic lineage, bounded syntax.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44" name="Google Shape;144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Prioritize a code-specific encoder using separate development data.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Collect independently labeled multi-commit repository questions.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Explain the gap between development and official test accuracy.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Broaden conservative lineage and supported import patterns.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Measure larger repositories before adding approximate indexes.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Finish team identity, video, disclosure, and organizer review.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slide( differentiation)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50" name="Google Shape;150;p1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Behavior evidence survives a simultaneous rename and file move.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Counterexamples expose why a nearby version does not match.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Ambiguous copies and refactors stay unresolved.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Live agent events, not a simulated progress animation.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Light timeline workspace with hover/focus/tap explanations.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CPU-only, transparent limits, and reproducible raw results.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Google Shape;156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Prototype code + setup README — YES, public GitHub.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Tests + browser/Docker workflows — see latest Actions status.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Official MTEB JSON + real-repository artifacts — YES, docs/results.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Presentation draft — YES; team details remain incomplete.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Video + signed AI disclosure — PENDING team action.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Final judged release/tag — PENDING submission readiness.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